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2"/>
  </p:handoutMaster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6"/>
  </p:normalViewPr>
  <p:slideViewPr>
    <p:cSldViewPr snapToGrid="0" snapToObjects="1">
      <p:cViewPr varScale="1">
        <p:scale>
          <a:sx n="116" d="100"/>
          <a:sy n="116" d="100"/>
        </p:scale>
        <p:origin x="6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93" d="100"/>
          <a:sy n="93" d="100"/>
        </p:scale>
        <p:origin x="4072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24876A2-F88C-0758-D988-21BE85C9CC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83172FC-CACE-A423-E813-C714973724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4F151-1E3F-8B49-9EA7-7734CDC5317E}" type="datetimeFigureOut">
              <a:rPr lang="es-ES" smtClean="0"/>
              <a:t>5/4/26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05A184-A16F-4707-FBC2-44EAF9CF8D8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6C24095-CB38-671F-3166-C685859B0D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E2FBC-E85A-9C4F-B494-8CDF1BC7970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86754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7"/>
          <p:cNvSpPr>
            <a:spLocks noGrp="1"/>
          </p:cNvSpPr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pic>
        <p:nvPicPr>
          <p:cNvPr id="8" name="Pic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246888"/>
            <a:ext cx="2743200" cy="914400"/>
          </a:xfrm>
          <a:prstGeom prst="rect">
            <a:avLst/>
          </a:prstGeom>
        </p:spPr>
      </p:pic>
      <p:sp>
        <p:nvSpPr>
          <p:cNvPr id="9" name="Rect9"/>
          <p:cNvSpPr>
            <a:spLocks noGrp="1"/>
          </p:cNvSpPr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5C068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7"/>
          <p:cNvSpPr>
            <a:spLocks noGrp="1"/>
          </p:cNvSpPr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C068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Rect8"/>
          <p:cNvSpPr>
            <a:spLocks noGrp="1"/>
          </p:cNvSpPr>
          <p:nvPr/>
        </p:nvSpPr>
        <p:spPr>
          <a:xfrm>
            <a:off x="0" y="64008"/>
            <a:ext cx="12188952" cy="868363"/>
          </a:xfrm>
          <a:prstGeom prst="rect">
            <a:avLst/>
          </a:prstGeom>
          <a:solidFill>
            <a:srgbClr val="F3F0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" name="Rect10"/>
          <p:cNvSpPr>
            <a:spLocks noGrp="1"/>
          </p:cNvSpPr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5C068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5C06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Rect7"/>
          <p:cNvSpPr>
            <a:spLocks noGrp="1"/>
          </p:cNvSpPr>
          <p:nvPr/>
        </p:nvSpPr>
        <p:spPr>
          <a:xfrm>
            <a:off x="0" y="0"/>
            <a:ext cx="12188952" cy="384048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Rect9"/>
          <p:cNvSpPr>
            <a:spLocks noGrp="1"/>
          </p:cNvSpPr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3B0764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Personalizado</PresentationFormat>
  <Paragraphs>0</Paragraphs>
  <Slides>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Gomez Alcala, Daniel</cp:lastModifiedBy>
  <cp:revision>3</cp:revision>
  <dcterms:created xsi:type="dcterms:W3CDTF">2013-01-27T09:14:16Z</dcterms:created>
  <dcterms:modified xsi:type="dcterms:W3CDTF">2026-04-05T11:38:17Z</dcterms:modified>
  <cp:category/>
</cp:coreProperties>
</file>