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012848-3E4C-025E-E1C5-A95B3A9178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115471-11D3-ADD0-FA5D-43CBDB15D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84E46B-6FD9-89AB-43A1-C9081D2ED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C8E4-5CB5-EA47-AEC9-3B5B9C553D57}" type="datetimeFigureOut">
              <a:rPr lang="es-ES" smtClean="0"/>
              <a:t>9/1/26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BE2DF4-7762-05F1-89D2-20F0C7BA4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C78734-9954-AEF2-1414-2B8D6362B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B1B6-BB80-5543-A2A2-72A4C3D6A0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6623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F56EC-DB0A-CCE4-F2B4-BF0B1AB80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072A53-B24C-D774-2311-1C05D9291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C2CA1C-D609-9005-82DB-1B074C753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C8E4-5CB5-EA47-AEC9-3B5B9C553D57}" type="datetimeFigureOut">
              <a:rPr lang="es-ES" smtClean="0"/>
              <a:t>9/1/26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958087-CF07-BD43-7B85-C7DE23EE9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A3C218-E134-EFF8-88E4-7C9BFBD94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B1B6-BB80-5543-A2A2-72A4C3D6A0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8228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7D875-DBEA-2D37-8B34-BC2692101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F0B503-1D60-EE9D-4E15-3B6D194A6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8139CB-B135-B3ED-1FCF-8D1B85A6C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C8E4-5CB5-EA47-AEC9-3B5B9C553D57}" type="datetimeFigureOut">
              <a:rPr lang="es-ES" smtClean="0"/>
              <a:t>9/1/26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881C03-7FD5-20C8-8E7B-BFD8D55B2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A0E658-554F-25CE-A0EE-D1F158006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B1B6-BB80-5543-A2A2-72A4C3D6A0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110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12D00-603B-63C3-3108-A0ACD37E0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63AFC2-BF72-E838-11A1-4C4ADE097F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8DEEC84-E33C-9CC2-4328-560CF0B62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408AE9-6060-CFF1-D52A-59E61842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C8E4-5CB5-EA47-AEC9-3B5B9C553D57}" type="datetimeFigureOut">
              <a:rPr lang="es-ES" smtClean="0"/>
              <a:t>9/1/26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0B6237-8FF1-6C85-8AE2-2726D1E16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23FD33-4E52-6DC1-FE9D-0087206F7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B1B6-BB80-5543-A2A2-72A4C3D6A0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1323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15FAE-7A96-1B6F-E93E-6980676FD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417906-47FC-32DA-E70A-F6E061BD0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866B53-523E-50CD-C423-31621F235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473721B-AD76-36FA-F1B5-E246127D17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356B2D0-0BA9-8464-146E-D0B9099567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0EAB5E3-7FEB-9181-99FE-129CB6E35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C8E4-5CB5-EA47-AEC9-3B5B9C553D57}" type="datetimeFigureOut">
              <a:rPr lang="es-ES" smtClean="0"/>
              <a:t>9/1/26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981E888-0EAF-CC15-AECB-68A19E768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1687AC3-5809-7D98-33DE-39044DBDF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B1B6-BB80-5543-A2A2-72A4C3D6A0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1456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8383E-93F2-F337-95B9-B88A8978B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28C85BD-10C3-91E0-8C36-18F87A94A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C8E4-5CB5-EA47-AEC9-3B5B9C553D57}" type="datetimeFigureOut">
              <a:rPr lang="es-ES" smtClean="0"/>
              <a:t>9/1/26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737D0D0-7130-0C0E-D5D5-5C479EEB0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3F8C850-D61A-97AA-0332-91308DBA0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B1B6-BB80-5543-A2A2-72A4C3D6A0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0009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BF472CF-AE1F-0018-D156-F7C548872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C8E4-5CB5-EA47-AEC9-3B5B9C553D57}" type="datetimeFigureOut">
              <a:rPr lang="es-ES" smtClean="0"/>
              <a:t>9/1/26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7029136-6802-03C4-A4B7-51447E2B1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3402DF-C7D4-04DE-F054-0A7D3C1F2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B1B6-BB80-5543-A2A2-72A4C3D6A0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3173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8B3800-F948-7B19-CC2C-0FB096FEA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383E6A-D4C6-BF8E-F5C0-5D88869DC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D7646BB-D43F-1CA7-67B9-8BE585F18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4848A0-C1CA-9CFC-28B9-9C3BBE3F0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C8E4-5CB5-EA47-AEC9-3B5B9C553D57}" type="datetimeFigureOut">
              <a:rPr lang="es-ES" smtClean="0"/>
              <a:t>9/1/26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FF6996-C51F-A4F5-D393-E36520099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A033D3-63C3-595C-1438-6F8576F3E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B1B6-BB80-5543-A2A2-72A4C3D6A0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1264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725C26-6D71-EDAF-7C9C-1513CFE2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58AA518-3F37-DF2E-3596-B6545645EA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D104B7C-A16A-304E-8440-07DC02E67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69B3B4-A865-B5A0-BCC0-66FD4CA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C8E4-5CB5-EA47-AEC9-3B5B9C553D57}" type="datetimeFigureOut">
              <a:rPr lang="es-ES" smtClean="0"/>
              <a:t>9/1/26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3691A6-E393-B465-D398-57D887993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91D9CF-7080-7AB5-53A1-C42AD43D4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B1B6-BB80-5543-A2A2-72A4C3D6A0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4343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68E3F5-DF55-5E7B-EE34-6772DE38F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0EAA7A-135D-BD3A-2A93-4A17F7A51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F8A649-F565-B990-B2EE-A63BA3D05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C8E4-5CB5-EA47-AEC9-3B5B9C553D57}" type="datetimeFigureOut">
              <a:rPr lang="es-ES" smtClean="0"/>
              <a:t>9/1/26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2244B4-4C74-2E16-904F-1E6C7D8DD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FB6944-1CF3-DB43-2C25-D780AE662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B1B6-BB80-5543-A2A2-72A4C3D6A0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1900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CBF9FCE-AB9B-3440-AD04-1E32C0AB62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059132E-86D0-D179-46B4-B687DC28A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90EC90-D343-5DC5-7138-B314A11C0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C8E4-5CB5-EA47-AEC9-3B5B9C553D57}" type="datetimeFigureOut">
              <a:rPr lang="es-ES" smtClean="0"/>
              <a:t>9/1/26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7A8192-E980-A5BD-783B-B47F96B6F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54BB28-86B3-247C-1AE3-F74EDFD6C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B1B6-BB80-5543-A2A2-72A4C3D6A0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8194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EBFB055-874F-0F4B-2A8D-C536315FB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1C2517-175F-66B0-124E-1C7B43D5F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CA17CC-1763-331A-9903-CFB1077A0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FEC8E4-5CB5-EA47-AEC9-3B5B9C553D57}" type="datetimeFigureOut">
              <a:rPr lang="es-ES" smtClean="0"/>
              <a:t>9/1/26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C8D15E-B8A2-010E-9C59-A5255DE09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B3D009-21F6-A871-59A9-0C790617A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18B1B6-BB80-5543-A2A2-72A4C3D6A0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7810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D0DF2-F2E2-76BE-EF1C-C32391C85D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Informe de calidad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9EB4BE-B140-D249-30B1-A5A019201C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%carrera%</a:t>
            </a:r>
          </a:p>
        </p:txBody>
      </p:sp>
    </p:spTree>
    <p:extLst>
      <p:ext uri="{BB962C8B-B14F-4D97-AF65-F5344CB8AC3E}">
        <p14:creationId xmlns:p14="http://schemas.microsoft.com/office/powerpoint/2010/main" val="2744013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FB33F5-BBB5-00D1-2609-4532FB2E5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Lineas</a:t>
            </a:r>
            <a:r>
              <a:rPr lang="es-ES" dirty="0"/>
              <a:t> de rendimiento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31E390E-8476-EA76-FB77-8449DE5BE21D}"/>
              </a:ext>
            </a:extLst>
          </p:cNvPr>
          <p:cNvSpPr/>
          <p:nvPr/>
        </p:nvSpPr>
        <p:spPr>
          <a:xfrm>
            <a:off x="2490952" y="2112579"/>
            <a:ext cx="7357241" cy="38783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LineasRendimiento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55527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</Words>
  <Application>Microsoft Macintosh PowerPoint</Application>
  <PresentationFormat>Panorámica</PresentationFormat>
  <Paragraphs>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Informe de calidad</vt:lpstr>
      <vt:lpstr>Lineas de rendimiento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ENRIQUE GÓMEZ ALCALÁ</dc:creator>
  <cp:lastModifiedBy>DANIEL ENRIQUE GÓMEZ ALCALÁ</cp:lastModifiedBy>
  <cp:revision>1</cp:revision>
  <dcterms:created xsi:type="dcterms:W3CDTF">2026-01-09T16:55:03Z</dcterms:created>
  <dcterms:modified xsi:type="dcterms:W3CDTF">2026-01-09T17:00:29Z</dcterms:modified>
</cp:coreProperties>
</file>